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16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1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68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4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828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99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7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0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99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0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292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761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30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080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639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110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9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0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524000"/>
            <a:ext cx="5308866" cy="2782529"/>
          </a:xfrm>
        </p:spPr>
        <p:txBody>
          <a:bodyPr>
            <a:normAutofit fontScale="90000"/>
          </a:bodyPr>
          <a:lstStyle/>
          <a:p>
            <a:r>
              <a:rPr dirty="0"/>
              <a:t>Industrial Workforce Geo-Analytics</a:t>
            </a:r>
          </a:p>
          <a:p>
            <a:r>
              <a:rPr lang="en-US"/>
              <a:t>                                </a:t>
            </a:r>
            <a:r>
              <a:t>NLP </a:t>
            </a:r>
            <a:r>
              <a:rPr dirty="0"/>
              <a:t>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• </a:t>
            </a:r>
            <a:r>
              <a:rPr b="1" u="sng" dirty="0"/>
              <a:t>Objective:</a:t>
            </a:r>
          </a:p>
          <a:p>
            <a:r>
              <a:rPr dirty="0"/>
              <a:t>  Analyze industrial workforce data and classify industries using NLP.</a:t>
            </a:r>
          </a:p>
          <a:p>
            <a:endParaRPr dirty="0"/>
          </a:p>
          <a:p>
            <a:r>
              <a:rPr dirty="0"/>
              <a:t>• </a:t>
            </a:r>
            <a:r>
              <a:rPr b="1" u="sng" dirty="0"/>
              <a:t>Techniques Used:</a:t>
            </a:r>
          </a:p>
          <a:p>
            <a:r>
              <a:rPr dirty="0"/>
              <a:t>  - Data Cleaning &amp; Feature Engineering</a:t>
            </a:r>
          </a:p>
          <a:p>
            <a:r>
              <a:rPr dirty="0"/>
              <a:t>  - TF-IDF Vectorization</a:t>
            </a:r>
          </a:p>
          <a:p>
            <a:r>
              <a:rPr dirty="0"/>
              <a:t>  - ML Models (SVM, Logistic Regression, RF, NB)</a:t>
            </a:r>
          </a:p>
          <a:p>
            <a:endParaRPr dirty="0"/>
          </a:p>
          <a:p>
            <a:r>
              <a:rPr dirty="0"/>
              <a:t>• </a:t>
            </a:r>
            <a:r>
              <a:rPr b="1" u="sng" dirty="0"/>
              <a:t>Best Model:</a:t>
            </a:r>
          </a:p>
          <a:p>
            <a:r>
              <a:rPr dirty="0"/>
              <a:t>  Linear SVM with 88%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72381"/>
          </a:xfrm>
        </p:spPr>
        <p:txBody>
          <a:bodyPr/>
          <a:lstStyle/>
          <a:p>
            <a:r>
              <a:rPr dirty="0"/>
              <a:t>Dashboard &amp;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• Interactive </a:t>
            </a:r>
            <a:r>
              <a:rPr dirty="0" err="1"/>
              <a:t>Streamlit</a:t>
            </a:r>
            <a:r>
              <a:rPr dirty="0"/>
              <a:t> Dashboard</a:t>
            </a:r>
          </a:p>
          <a:p>
            <a:r>
              <a:rPr dirty="0"/>
              <a:t>  - State-wise Industry Analysis</a:t>
            </a:r>
          </a:p>
          <a:p>
            <a:r>
              <a:rPr dirty="0"/>
              <a:t>  - Gender &amp; Rural–Urban Distribution</a:t>
            </a:r>
          </a:p>
          <a:p>
            <a:r>
              <a:rPr dirty="0"/>
              <a:t>  - Comparative State Ranking</a:t>
            </a:r>
            <a:endParaRPr lang="en-IN" dirty="0"/>
          </a:p>
          <a:p>
            <a:endParaRPr dirty="0"/>
          </a:p>
          <a:p>
            <a:r>
              <a:rPr dirty="0"/>
              <a:t>• Key Insights:</a:t>
            </a:r>
          </a:p>
          <a:p>
            <a:r>
              <a:rPr dirty="0"/>
              <a:t>  - Agriculture dominates </a:t>
            </a:r>
            <a:r>
              <a:rPr lang="en-IN" dirty="0"/>
              <a:t>R</a:t>
            </a:r>
            <a:r>
              <a:rPr dirty="0" err="1"/>
              <a:t>ural</a:t>
            </a:r>
            <a:r>
              <a:rPr dirty="0"/>
              <a:t> workforce</a:t>
            </a:r>
          </a:p>
          <a:p>
            <a:r>
              <a:rPr dirty="0"/>
              <a:t>  - Services dominate </a:t>
            </a:r>
            <a:r>
              <a:rPr lang="en-IN" dirty="0"/>
              <a:t>U</a:t>
            </a:r>
            <a:r>
              <a:rPr dirty="0" err="1"/>
              <a:t>rban</a:t>
            </a:r>
            <a:r>
              <a:rPr dirty="0"/>
              <a:t> workforce</a:t>
            </a:r>
          </a:p>
          <a:p>
            <a:r>
              <a:rPr dirty="0"/>
              <a:t>  - Strong </a:t>
            </a:r>
            <a:r>
              <a:rPr lang="en-IN" dirty="0"/>
              <a:t>S</a:t>
            </a:r>
            <a:r>
              <a:rPr dirty="0" err="1"/>
              <a:t>tate</a:t>
            </a:r>
            <a:r>
              <a:rPr dirty="0"/>
              <a:t>-level industrial variations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46</TotalTime>
  <Words>113</Words>
  <Application>Microsoft Office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Garamond</vt:lpstr>
      <vt:lpstr>Organic</vt:lpstr>
      <vt:lpstr>Industrial Workforce Geo-Analytics                                 NLP Classification</vt:lpstr>
      <vt:lpstr>Project Overview</vt:lpstr>
      <vt:lpstr>Dashboard &amp; Key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SETHU RAMAN</dc:creator>
  <cp:keywords/>
  <dc:description>generated using python-pptx</dc:description>
  <cp:lastModifiedBy>SETHU RAMAN</cp:lastModifiedBy>
  <cp:revision>4</cp:revision>
  <dcterms:created xsi:type="dcterms:W3CDTF">2013-01-27T09:14:16Z</dcterms:created>
  <dcterms:modified xsi:type="dcterms:W3CDTF">2026-02-27T11:12:51Z</dcterms:modified>
  <cp:category/>
</cp:coreProperties>
</file>